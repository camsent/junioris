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E4D938-6C12-45D4-BAB0-FA19B1BF144F}" v="11" dt="2026-04-29T21:12:49.4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91" d="100"/>
          <a:sy n="91" d="100"/>
        </p:scale>
        <p:origin x="370" y="58"/>
      </p:cViewPr>
      <p:guideLst/>
    </p:cSldViewPr>
  </p:slideViewPr>
  <p:notesTextViewPr>
    <p:cViewPr>
      <p:scale>
        <a:sx n="3" d="2"/>
        <a:sy n="3" d="2"/>
      </p:scale>
      <p:origin x="0" y="-5"/>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meron Sentieri" userId="73755a3116e00193" providerId="LiveId" clId="{67CD0CA3-7FFE-42A4-9D1C-5DE88834A749}"/>
    <pc:docChg chg="undo custSel addSld modSld">
      <pc:chgData name="Cameron Sentieri" userId="73755a3116e00193" providerId="LiveId" clId="{67CD0CA3-7FFE-42A4-9D1C-5DE88834A749}" dt="2026-04-29T21:39:16.443" v="1879" actId="478"/>
      <pc:docMkLst>
        <pc:docMk/>
      </pc:docMkLst>
      <pc:sldChg chg="modSp mod">
        <pc:chgData name="Cameron Sentieri" userId="73755a3116e00193" providerId="LiveId" clId="{67CD0CA3-7FFE-42A4-9D1C-5DE88834A749}" dt="2026-04-23T19:21:51.821" v="2" actId="1076"/>
        <pc:sldMkLst>
          <pc:docMk/>
          <pc:sldMk cId="2605113209" sldId="258"/>
        </pc:sldMkLst>
        <pc:spChg chg="mod">
          <ac:chgData name="Cameron Sentieri" userId="73755a3116e00193" providerId="LiveId" clId="{67CD0CA3-7FFE-42A4-9D1C-5DE88834A749}" dt="2026-04-23T19:21:51.821" v="2" actId="1076"/>
          <ac:spMkLst>
            <pc:docMk/>
            <pc:sldMk cId="2605113209" sldId="258"/>
            <ac:spMk id="2" creationId="{E9657768-DF9D-C5C5-FB2D-2194AE86DCA4}"/>
          </ac:spMkLst>
        </pc:spChg>
      </pc:sldChg>
      <pc:sldChg chg="addSp delSp modSp new mod setBg modAnim modNotesTx">
        <pc:chgData name="Cameron Sentieri" userId="73755a3116e00193" providerId="LiveId" clId="{67CD0CA3-7FFE-42A4-9D1C-5DE88834A749}" dt="2026-04-29T21:12:49.414" v="1562" actId="1076"/>
        <pc:sldMkLst>
          <pc:docMk/>
          <pc:sldMk cId="617260684" sldId="259"/>
        </pc:sldMkLst>
        <pc:spChg chg="mod">
          <ac:chgData name="Cameron Sentieri" userId="73755a3116e00193" providerId="LiveId" clId="{67CD0CA3-7FFE-42A4-9D1C-5DE88834A749}" dt="2026-04-24T18:07:51.563" v="124" actId="26606"/>
          <ac:spMkLst>
            <pc:docMk/>
            <pc:sldMk cId="617260684" sldId="259"/>
            <ac:spMk id="2" creationId="{1750FBF6-ED37-3FE7-AE5B-F4732F282872}"/>
          </ac:spMkLst>
        </pc:spChg>
        <pc:spChg chg="mod ord">
          <ac:chgData name="Cameron Sentieri" userId="73755a3116e00193" providerId="LiveId" clId="{67CD0CA3-7FFE-42A4-9D1C-5DE88834A749}" dt="2026-04-24T18:07:51.563" v="124" actId="26606"/>
          <ac:spMkLst>
            <pc:docMk/>
            <pc:sldMk cId="617260684" sldId="259"/>
            <ac:spMk id="4" creationId="{3A7CE377-AC5D-D3A2-9B84-03E7A4266AE5}"/>
          </ac:spMkLst>
        </pc:spChg>
        <pc:spChg chg="add mod">
          <ac:chgData name="Cameron Sentieri" userId="73755a3116e00193" providerId="LiveId" clId="{67CD0CA3-7FFE-42A4-9D1C-5DE88834A749}" dt="2026-04-24T18:09:10.538" v="202" actId="20577"/>
          <ac:spMkLst>
            <pc:docMk/>
            <pc:sldMk cId="617260684" sldId="259"/>
            <ac:spMk id="9" creationId="{A55BAF40-5EB6-D455-777D-60DC3AF199B6}"/>
          </ac:spMkLst>
        </pc:spChg>
        <pc:picChg chg="add mod">
          <ac:chgData name="Cameron Sentieri" userId="73755a3116e00193" providerId="LiveId" clId="{67CD0CA3-7FFE-42A4-9D1C-5DE88834A749}" dt="2026-04-29T21:12:49.414" v="1562" actId="1076"/>
          <ac:picMkLst>
            <pc:docMk/>
            <pc:sldMk cId="617260684" sldId="259"/>
            <ac:picMk id="1028" creationId="{CFDF8FAC-A7A1-5CD3-2B47-DFC2D326F13C}"/>
          </ac:picMkLst>
        </pc:picChg>
        <pc:picChg chg="add mod">
          <ac:chgData name="Cameron Sentieri" userId="73755a3116e00193" providerId="LiveId" clId="{67CD0CA3-7FFE-42A4-9D1C-5DE88834A749}" dt="2026-04-29T21:12:48.296" v="1561" actId="1076"/>
          <ac:picMkLst>
            <pc:docMk/>
            <pc:sldMk cId="617260684" sldId="259"/>
            <ac:picMk id="1032" creationId="{6068D9FF-FA01-66ED-4883-4A54917DF7D5}"/>
          </ac:picMkLst>
        </pc:picChg>
      </pc:sldChg>
      <pc:sldChg chg="addSp delSp modSp new mod delAnim modAnim modNotesTx">
        <pc:chgData name="Cameron Sentieri" userId="73755a3116e00193" providerId="LiveId" clId="{67CD0CA3-7FFE-42A4-9D1C-5DE88834A749}" dt="2026-04-29T21:39:16.443" v="1879" actId="478"/>
        <pc:sldMkLst>
          <pc:docMk/>
          <pc:sldMk cId="2498488640" sldId="260"/>
        </pc:sldMkLst>
        <pc:spChg chg="mod">
          <ac:chgData name="Cameron Sentieri" userId="73755a3116e00193" providerId="LiveId" clId="{67CD0CA3-7FFE-42A4-9D1C-5DE88834A749}" dt="2026-04-25T14:13:20.586" v="264" actId="20577"/>
          <ac:spMkLst>
            <pc:docMk/>
            <pc:sldMk cId="2498488640" sldId="260"/>
            <ac:spMk id="2" creationId="{0FBFB516-8BDF-80F7-0E19-33A9D1F723A6}"/>
          </ac:spMkLst>
        </pc:spChg>
        <pc:spChg chg="mod">
          <ac:chgData name="Cameron Sentieri" userId="73755a3116e00193" providerId="LiveId" clId="{67CD0CA3-7FFE-42A4-9D1C-5DE88834A749}" dt="2026-04-25T14:16:17.684" v="533" actId="313"/>
          <ac:spMkLst>
            <pc:docMk/>
            <pc:sldMk cId="2498488640" sldId="260"/>
            <ac:spMk id="3" creationId="{FFB63EC9-BFF1-0EC3-932E-82640402E153}"/>
          </ac:spMkLst>
        </pc:spChg>
        <pc:picChg chg="add mod">
          <ac:chgData name="Cameron Sentieri" userId="73755a3116e00193" providerId="LiveId" clId="{67CD0CA3-7FFE-42A4-9D1C-5DE88834A749}" dt="2026-04-25T14:20:55.990" v="543" actId="14100"/>
          <ac:picMkLst>
            <pc:docMk/>
            <pc:sldMk cId="2498488640" sldId="260"/>
            <ac:picMk id="6" creationId="{BC6B2997-663F-4B1C-5F87-BE8E2A96EAE0}"/>
          </ac:picMkLst>
        </pc:picChg>
        <pc:picChg chg="add mod">
          <ac:chgData name="Cameron Sentieri" userId="73755a3116e00193" providerId="LiveId" clId="{67CD0CA3-7FFE-42A4-9D1C-5DE88834A749}" dt="2026-04-25T14:22:00.569" v="551" actId="1076"/>
          <ac:picMkLst>
            <pc:docMk/>
            <pc:sldMk cId="2498488640" sldId="260"/>
            <ac:picMk id="8" creationId="{02C91E18-AFC3-A9AC-3834-C2C2792E5B8E}"/>
          </ac:picMkLst>
        </pc:picChg>
        <pc:picChg chg="add mod">
          <ac:chgData name="Cameron Sentieri" userId="73755a3116e00193" providerId="LiveId" clId="{67CD0CA3-7FFE-42A4-9D1C-5DE88834A749}" dt="2026-04-25T14:22:03.652" v="552" actId="1076"/>
          <ac:picMkLst>
            <pc:docMk/>
            <pc:sldMk cId="2498488640" sldId="260"/>
            <ac:picMk id="10" creationId="{DE1FAE7B-37B2-A067-0B2E-D517D49695F6}"/>
          </ac:picMkLst>
        </pc:picChg>
        <pc:picChg chg="add mod">
          <ac:chgData name="Cameron Sentieri" userId="73755a3116e00193" providerId="LiveId" clId="{67CD0CA3-7FFE-42A4-9D1C-5DE88834A749}" dt="2026-04-25T14:22:41.449" v="558" actId="1076"/>
          <ac:picMkLst>
            <pc:docMk/>
            <pc:sldMk cId="2498488640" sldId="260"/>
            <ac:picMk id="12" creationId="{1DE7284C-0A2A-BFE0-1477-24CDF7928586}"/>
          </ac:picMkLst>
        </pc:picChg>
        <pc:picChg chg="add del mod">
          <ac:chgData name="Cameron Sentieri" userId="73755a3116e00193" providerId="LiveId" clId="{67CD0CA3-7FFE-42A4-9D1C-5DE88834A749}" dt="2026-04-29T21:39:16.443" v="1879" actId="478"/>
          <ac:picMkLst>
            <pc:docMk/>
            <pc:sldMk cId="2498488640" sldId="260"/>
            <ac:picMk id="14" creationId="{708D5ADD-F3CC-A647-F7B8-B511FFCBC123}"/>
          </ac:picMkLst>
        </pc:picChg>
      </pc:sldChg>
      <pc:sldChg chg="addSp modSp new mod modAnim modNotesTx">
        <pc:chgData name="Cameron Sentieri" userId="73755a3116e00193" providerId="LiveId" clId="{67CD0CA3-7FFE-42A4-9D1C-5DE88834A749}" dt="2026-04-29T21:27:55.622" v="1820" actId="20577"/>
        <pc:sldMkLst>
          <pc:docMk/>
          <pc:sldMk cId="2309863711" sldId="261"/>
        </pc:sldMkLst>
        <pc:spChg chg="mod">
          <ac:chgData name="Cameron Sentieri" userId="73755a3116e00193" providerId="LiveId" clId="{67CD0CA3-7FFE-42A4-9D1C-5DE88834A749}" dt="2026-04-26T16:17:05.702" v="616"/>
          <ac:spMkLst>
            <pc:docMk/>
            <pc:sldMk cId="2309863711" sldId="261"/>
            <ac:spMk id="2" creationId="{594FBDD1-C120-0509-BB4A-06F9DD4BB661}"/>
          </ac:spMkLst>
        </pc:spChg>
        <pc:spChg chg="mod">
          <ac:chgData name="Cameron Sentieri" userId="73755a3116e00193" providerId="LiveId" clId="{67CD0CA3-7FFE-42A4-9D1C-5DE88834A749}" dt="2026-04-26T16:19:44.654" v="623" actId="1076"/>
          <ac:spMkLst>
            <pc:docMk/>
            <pc:sldMk cId="2309863711" sldId="261"/>
            <ac:spMk id="3" creationId="{F4842A50-B9A8-6AE7-4A31-B3E92DDF6F2E}"/>
          </ac:spMkLst>
        </pc:spChg>
        <pc:picChg chg="add mod">
          <ac:chgData name="Cameron Sentieri" userId="73755a3116e00193" providerId="LiveId" clId="{67CD0CA3-7FFE-42A4-9D1C-5DE88834A749}" dt="2026-04-26T16:22:30.168" v="627" actId="1076"/>
          <ac:picMkLst>
            <pc:docMk/>
            <pc:sldMk cId="2309863711" sldId="261"/>
            <ac:picMk id="2054" creationId="{119F9DB0-6B0D-4AD1-999A-53DF97A116C4}"/>
          </ac:picMkLst>
        </pc:picChg>
        <pc:picChg chg="add mod">
          <ac:chgData name="Cameron Sentieri" userId="73755a3116e00193" providerId="LiveId" clId="{67CD0CA3-7FFE-42A4-9D1C-5DE88834A749}" dt="2026-04-26T16:23:42.038" v="632" actId="1076"/>
          <ac:picMkLst>
            <pc:docMk/>
            <pc:sldMk cId="2309863711" sldId="261"/>
            <ac:picMk id="2056" creationId="{62E0A0A1-1772-CF37-D142-26CE62AFECD6}"/>
          </ac:picMkLst>
        </pc:picChg>
      </pc:sldChg>
      <pc:sldChg chg="modSp new mod modNotesTx">
        <pc:chgData name="Cameron Sentieri" userId="73755a3116e00193" providerId="LiveId" clId="{67CD0CA3-7FFE-42A4-9D1C-5DE88834A749}" dt="2026-04-29T21:28:22.361" v="1878" actId="20577"/>
        <pc:sldMkLst>
          <pc:docMk/>
          <pc:sldMk cId="2805908771" sldId="262"/>
        </pc:sldMkLst>
        <pc:spChg chg="mod">
          <ac:chgData name="Cameron Sentieri" userId="73755a3116e00193" providerId="LiveId" clId="{67CD0CA3-7FFE-42A4-9D1C-5DE88834A749}" dt="2026-04-29T20:24:57.843" v="657" actId="20577"/>
          <ac:spMkLst>
            <pc:docMk/>
            <pc:sldMk cId="2805908771" sldId="262"/>
            <ac:spMk id="2" creationId="{68AA05B5-924D-0616-159A-76D32D9E74ED}"/>
          </ac:spMkLst>
        </pc:spChg>
        <pc:spChg chg="mod">
          <ac:chgData name="Cameron Sentieri" userId="73755a3116e00193" providerId="LiveId" clId="{67CD0CA3-7FFE-42A4-9D1C-5DE88834A749}" dt="2026-04-29T20:26:14.800" v="771" actId="20577"/>
          <ac:spMkLst>
            <pc:docMk/>
            <pc:sldMk cId="2805908771" sldId="262"/>
            <ac:spMk id="3" creationId="{22044BA1-635A-1614-3967-630E2206B501}"/>
          </ac:spMkLst>
        </pc:spChg>
      </pc:sldChg>
      <pc:sldChg chg="addSp delSp modSp new mod setBg modNotesTx">
        <pc:chgData name="Cameron Sentieri" userId="73755a3116e00193" providerId="LiveId" clId="{67CD0CA3-7FFE-42A4-9D1C-5DE88834A749}" dt="2026-04-29T20:41:47.754" v="1168" actId="20577"/>
        <pc:sldMkLst>
          <pc:docMk/>
          <pc:sldMk cId="2891259556" sldId="263"/>
        </pc:sldMkLst>
        <pc:spChg chg="mod">
          <ac:chgData name="Cameron Sentieri" userId="73755a3116e00193" providerId="LiveId" clId="{67CD0CA3-7FFE-42A4-9D1C-5DE88834A749}" dt="2026-04-29T20:32:07.924" v="815" actId="26606"/>
          <ac:spMkLst>
            <pc:docMk/>
            <pc:sldMk cId="2891259556" sldId="263"/>
            <ac:spMk id="2" creationId="{16F4F51C-83A0-C91F-F5AE-D13FA550A20A}"/>
          </ac:spMkLst>
        </pc:spChg>
        <pc:spChg chg="add del mod">
          <ac:chgData name="Cameron Sentieri" userId="73755a3116e00193" providerId="LiveId" clId="{67CD0CA3-7FFE-42A4-9D1C-5DE88834A749}" dt="2026-04-29T20:32:07.924" v="815" actId="26606"/>
          <ac:spMkLst>
            <pc:docMk/>
            <pc:sldMk cId="2891259556" sldId="263"/>
            <ac:spMk id="3" creationId="{72E2EDF4-DE71-D2F1-2A23-5381A9557E65}"/>
          </ac:spMkLst>
        </pc:spChg>
        <pc:spChg chg="mod ord">
          <ac:chgData name="Cameron Sentieri" userId="73755a3116e00193" providerId="LiveId" clId="{67CD0CA3-7FFE-42A4-9D1C-5DE88834A749}" dt="2026-04-29T20:32:07.924" v="815" actId="26606"/>
          <ac:spMkLst>
            <pc:docMk/>
            <pc:sldMk cId="2891259556" sldId="263"/>
            <ac:spMk id="4" creationId="{3F385994-AD53-7369-2EB6-33D5B28B1C4B}"/>
          </ac:spMkLst>
        </pc:spChg>
        <pc:spChg chg="add">
          <ac:chgData name="Cameron Sentieri" userId="73755a3116e00193" providerId="LiveId" clId="{67CD0CA3-7FFE-42A4-9D1C-5DE88834A749}" dt="2026-04-29T20:32:07.924" v="815" actId="26606"/>
          <ac:spMkLst>
            <pc:docMk/>
            <pc:sldMk cId="2891259556" sldId="263"/>
            <ac:spMk id="13" creationId="{1A95671B-3CC6-4792-9114-B74FAEA224E6}"/>
          </ac:spMkLst>
        </pc:spChg>
        <pc:picChg chg="add del mod ord">
          <ac:chgData name="Cameron Sentieri" userId="73755a3116e00193" providerId="LiveId" clId="{67CD0CA3-7FFE-42A4-9D1C-5DE88834A749}" dt="2026-04-29T20:32:00.256" v="813" actId="22"/>
          <ac:picMkLst>
            <pc:docMk/>
            <pc:sldMk cId="2891259556" sldId="263"/>
            <ac:picMk id="6" creationId="{FF7DC6BF-6B94-148C-C79B-2E1EF90F42EC}"/>
          </ac:picMkLst>
        </pc:picChg>
        <pc:picChg chg="add mod">
          <ac:chgData name="Cameron Sentieri" userId="73755a3116e00193" providerId="LiveId" clId="{67CD0CA3-7FFE-42A4-9D1C-5DE88834A749}" dt="2026-04-29T20:36:23.952" v="840" actId="14100"/>
          <ac:picMkLst>
            <pc:docMk/>
            <pc:sldMk cId="2891259556" sldId="263"/>
            <ac:picMk id="8" creationId="{1CF80929-5E75-E253-FD90-B4F4A23A9E95}"/>
          </ac:picMkLst>
        </pc:picChg>
        <pc:picChg chg="add mod">
          <ac:chgData name="Cameron Sentieri" userId="73755a3116e00193" providerId="LiveId" clId="{67CD0CA3-7FFE-42A4-9D1C-5DE88834A749}" dt="2026-04-29T20:36:26.882" v="841" actId="14100"/>
          <ac:picMkLst>
            <pc:docMk/>
            <pc:sldMk cId="2891259556" sldId="263"/>
            <ac:picMk id="10" creationId="{F04A03EC-547B-CC4A-5A2B-8973D4323FFA}"/>
          </ac:picMkLst>
        </pc:picChg>
        <pc:picChg chg="add mod">
          <ac:chgData name="Cameron Sentieri" userId="73755a3116e00193" providerId="LiveId" clId="{67CD0CA3-7FFE-42A4-9D1C-5DE88834A749}" dt="2026-04-29T20:36:29.986" v="842" actId="14100"/>
          <ac:picMkLst>
            <pc:docMk/>
            <pc:sldMk cId="2891259556" sldId="263"/>
            <ac:picMk id="12" creationId="{B00A86FA-C0D9-35B5-1B0D-C6FBF5844693}"/>
          </ac:picMkLst>
        </pc:picChg>
      </pc:sldChg>
      <pc:sldChg chg="modSp new mod modNotesTx">
        <pc:chgData name="Cameron Sentieri" userId="73755a3116e00193" providerId="LiveId" clId="{67CD0CA3-7FFE-42A4-9D1C-5DE88834A749}" dt="2026-04-29T20:52:25.855" v="1515" actId="20577"/>
        <pc:sldMkLst>
          <pc:docMk/>
          <pc:sldMk cId="897896134" sldId="264"/>
        </pc:sldMkLst>
        <pc:spChg chg="mod">
          <ac:chgData name="Cameron Sentieri" userId="73755a3116e00193" providerId="LiveId" clId="{67CD0CA3-7FFE-42A4-9D1C-5DE88834A749}" dt="2026-04-29T20:44:57.490" v="1174" actId="1076"/>
          <ac:spMkLst>
            <pc:docMk/>
            <pc:sldMk cId="897896134" sldId="264"/>
            <ac:spMk id="2" creationId="{FD0418D5-D98E-F700-C5A6-BE77EDE34651}"/>
          </ac:spMkLst>
        </pc:spChg>
        <pc:spChg chg="mod">
          <ac:chgData name="Cameron Sentieri" userId="73755a3116e00193" providerId="LiveId" clId="{67CD0CA3-7FFE-42A4-9D1C-5DE88834A749}" dt="2026-04-29T20:47:58.061" v="1189" actId="255"/>
          <ac:spMkLst>
            <pc:docMk/>
            <pc:sldMk cId="897896134" sldId="264"/>
            <ac:spMk id="3" creationId="{E65A892C-1993-BE7B-363C-7BBEB667017C}"/>
          </ac:spMkLst>
        </pc:spChg>
      </pc:sldChg>
      <pc:sldChg chg="delSp modSp new mod">
        <pc:chgData name="Cameron Sentieri" userId="73755a3116e00193" providerId="LiveId" clId="{67CD0CA3-7FFE-42A4-9D1C-5DE88834A749}" dt="2026-04-29T21:00:54.241" v="1556" actId="1076"/>
        <pc:sldMkLst>
          <pc:docMk/>
          <pc:sldMk cId="3296051194" sldId="265"/>
        </pc:sldMkLst>
        <pc:spChg chg="mod">
          <ac:chgData name="Cameron Sentieri" userId="73755a3116e00193" providerId="LiveId" clId="{67CD0CA3-7FFE-42A4-9D1C-5DE88834A749}" dt="2026-04-29T21:00:54.241" v="1556" actId="1076"/>
          <ac:spMkLst>
            <pc:docMk/>
            <pc:sldMk cId="3296051194" sldId="265"/>
            <ac:spMk id="2" creationId="{7B039C9E-71C9-3F1D-9152-95E62FEE430C}"/>
          </ac:spMkLst>
        </pc:spChg>
        <pc:spChg chg="del mod">
          <ac:chgData name="Cameron Sentieri" userId="73755a3116e00193" providerId="LiveId" clId="{67CD0CA3-7FFE-42A4-9D1C-5DE88834A749}" dt="2026-04-29T21:00:33.763" v="1553" actId="478"/>
          <ac:spMkLst>
            <pc:docMk/>
            <pc:sldMk cId="3296051194" sldId="265"/>
            <ac:spMk id="3" creationId="{701BCABC-D4AB-04AE-13DE-BCD2E9CCCE57}"/>
          </ac:spMkLst>
        </pc:spChg>
      </pc:sldChg>
      <pc:sldChg chg="delSp modSp new mod">
        <pc:chgData name="Cameron Sentieri" userId="73755a3116e00193" providerId="LiveId" clId="{67CD0CA3-7FFE-42A4-9D1C-5DE88834A749}" dt="2026-04-29T21:00:24.011" v="1552" actId="1076"/>
        <pc:sldMkLst>
          <pc:docMk/>
          <pc:sldMk cId="1183752806" sldId="266"/>
        </pc:sldMkLst>
        <pc:spChg chg="mod">
          <ac:chgData name="Cameron Sentieri" userId="73755a3116e00193" providerId="LiveId" clId="{67CD0CA3-7FFE-42A4-9D1C-5DE88834A749}" dt="2026-04-29T21:00:24.011" v="1552" actId="1076"/>
          <ac:spMkLst>
            <pc:docMk/>
            <pc:sldMk cId="1183752806" sldId="266"/>
            <ac:spMk id="2" creationId="{627540D7-DAE2-FEDB-FA1D-7049FB5F2EFD}"/>
          </ac:spMkLst>
        </pc:spChg>
        <pc:spChg chg="del">
          <ac:chgData name="Cameron Sentieri" userId="73755a3116e00193" providerId="LiveId" clId="{67CD0CA3-7FFE-42A4-9D1C-5DE88834A749}" dt="2026-04-29T21:00:08.930" v="1549" actId="478"/>
          <ac:spMkLst>
            <pc:docMk/>
            <pc:sldMk cId="1183752806" sldId="266"/>
            <ac:spMk id="3" creationId="{53196368-4E82-55DA-006C-E2CF2CAA0E9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0C4112-3242-4181-A1ED-8CDE7337C4E8}"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E5D3AF-8840-4664-AD1C-4C6173D0449B}" type="slidenum">
              <a:rPr lang="en-US" smtClean="0"/>
              <a:t>‹#›</a:t>
            </a:fld>
            <a:endParaRPr lang="en-US"/>
          </a:p>
        </p:txBody>
      </p:sp>
    </p:spTree>
    <p:extLst>
      <p:ext uri="{BB962C8B-B14F-4D97-AF65-F5344CB8AC3E}">
        <p14:creationId xmlns:p14="http://schemas.microsoft.com/office/powerpoint/2010/main" val="999590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E5D3AF-8840-4664-AD1C-4C6173D0449B}" type="slidenum">
              <a:rPr lang="en-US" smtClean="0"/>
              <a:t>2</a:t>
            </a:fld>
            <a:endParaRPr lang="en-US"/>
          </a:p>
        </p:txBody>
      </p:sp>
    </p:spTree>
    <p:extLst>
      <p:ext uri="{BB962C8B-B14F-4D97-AF65-F5344CB8AC3E}">
        <p14:creationId xmlns:p14="http://schemas.microsoft.com/office/powerpoint/2010/main" val="23305307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HCD - choices being made in a design process are being made to tailor to the user’s needs, goals, and preferences.</a:t>
            </a:r>
          </a:p>
          <a:p>
            <a:r>
              <a:rPr lang="en-US" dirty="0"/>
              <a:t>Instagram example</a:t>
            </a:r>
          </a:p>
        </p:txBody>
      </p:sp>
      <p:sp>
        <p:nvSpPr>
          <p:cNvPr id="4" name="Slide Number Placeholder 3"/>
          <p:cNvSpPr>
            <a:spLocks noGrp="1"/>
          </p:cNvSpPr>
          <p:nvPr>
            <p:ph type="sldNum" sz="quarter" idx="5"/>
          </p:nvPr>
        </p:nvSpPr>
        <p:spPr/>
        <p:txBody>
          <a:bodyPr/>
          <a:lstStyle/>
          <a:p>
            <a:fld id="{C1E5D3AF-8840-4664-AD1C-4C6173D0449B}" type="slidenum">
              <a:rPr lang="en-US" smtClean="0"/>
              <a:t>3</a:t>
            </a:fld>
            <a:endParaRPr lang="en-US"/>
          </a:p>
        </p:txBody>
      </p:sp>
    </p:spTree>
    <p:extLst>
      <p:ext uri="{BB962C8B-B14F-4D97-AF65-F5344CB8AC3E}">
        <p14:creationId xmlns:p14="http://schemas.microsoft.com/office/powerpoint/2010/main" val="3125350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Human Computer Interaction has a lot of different angles and perspectives that cover it</a:t>
            </a:r>
          </a:p>
        </p:txBody>
      </p:sp>
      <p:sp>
        <p:nvSpPr>
          <p:cNvPr id="4" name="Slide Number Placeholder 3"/>
          <p:cNvSpPr>
            <a:spLocks noGrp="1"/>
          </p:cNvSpPr>
          <p:nvPr>
            <p:ph type="sldNum" sz="quarter" idx="5"/>
          </p:nvPr>
        </p:nvSpPr>
        <p:spPr/>
        <p:txBody>
          <a:bodyPr/>
          <a:lstStyle/>
          <a:p>
            <a:fld id="{C1E5D3AF-8840-4664-AD1C-4C6173D0449B}" type="slidenum">
              <a:rPr lang="en-US" smtClean="0"/>
              <a:t>4</a:t>
            </a:fld>
            <a:endParaRPr lang="en-US"/>
          </a:p>
        </p:txBody>
      </p:sp>
    </p:spTree>
    <p:extLst>
      <p:ext uri="{BB962C8B-B14F-4D97-AF65-F5344CB8AC3E}">
        <p14:creationId xmlns:p14="http://schemas.microsoft.com/office/powerpoint/2010/main" val="2758717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technology becomes increasingly absorbing, human cognitive capacity remains fixed</a:t>
            </a:r>
          </a:p>
        </p:txBody>
      </p:sp>
      <p:sp>
        <p:nvSpPr>
          <p:cNvPr id="4" name="Slide Number Placeholder 3"/>
          <p:cNvSpPr>
            <a:spLocks noGrp="1"/>
          </p:cNvSpPr>
          <p:nvPr>
            <p:ph type="sldNum" sz="quarter" idx="5"/>
          </p:nvPr>
        </p:nvSpPr>
        <p:spPr/>
        <p:txBody>
          <a:bodyPr/>
          <a:lstStyle/>
          <a:p>
            <a:fld id="{C1E5D3AF-8840-4664-AD1C-4C6173D0449B}" type="slidenum">
              <a:rPr lang="en-US" smtClean="0"/>
              <a:t>5</a:t>
            </a:fld>
            <a:endParaRPr lang="en-US"/>
          </a:p>
        </p:txBody>
      </p:sp>
    </p:spTree>
    <p:extLst>
      <p:ext uri="{BB962C8B-B14F-4D97-AF65-F5344CB8AC3E}">
        <p14:creationId xmlns:p14="http://schemas.microsoft.com/office/powerpoint/2010/main" val="4289876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activities take time, focus, and sustained attention</a:t>
            </a:r>
          </a:p>
        </p:txBody>
      </p:sp>
      <p:sp>
        <p:nvSpPr>
          <p:cNvPr id="4" name="Slide Number Placeholder 3"/>
          <p:cNvSpPr>
            <a:spLocks noGrp="1"/>
          </p:cNvSpPr>
          <p:nvPr>
            <p:ph type="sldNum" sz="quarter" idx="5"/>
          </p:nvPr>
        </p:nvSpPr>
        <p:spPr/>
        <p:txBody>
          <a:bodyPr/>
          <a:lstStyle/>
          <a:p>
            <a:fld id="{C1E5D3AF-8840-4664-AD1C-4C6173D0449B}" type="slidenum">
              <a:rPr lang="en-US" smtClean="0"/>
              <a:t>6</a:t>
            </a:fld>
            <a:endParaRPr lang="en-US"/>
          </a:p>
        </p:txBody>
      </p:sp>
    </p:spTree>
    <p:extLst>
      <p:ext uri="{BB962C8B-B14F-4D97-AF65-F5344CB8AC3E}">
        <p14:creationId xmlns:p14="http://schemas.microsoft.com/office/powerpoint/2010/main" val="3922635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Hallow – Great for facilitating prayer (Jonathon Roumie, Mark Wahlberg), Mediation Music</a:t>
            </a:r>
          </a:p>
          <a:p>
            <a:r>
              <a:rPr lang="en-US" dirty="0" err="1"/>
              <a:t>YouVersion</a:t>
            </a:r>
            <a:r>
              <a:rPr lang="en-US" dirty="0"/>
              <a:t> – Daily Verse, Thousands of different Bible translations across thousands of languages, Plans (ways to get you into your bible)</a:t>
            </a:r>
          </a:p>
          <a:p>
            <a:r>
              <a:rPr lang="en-US" dirty="0"/>
              <a:t>Dwell – “Press Play on Scripture” , “Let Gods word read over you” </a:t>
            </a:r>
          </a:p>
        </p:txBody>
      </p:sp>
      <p:sp>
        <p:nvSpPr>
          <p:cNvPr id="4" name="Slide Number Placeholder 3"/>
          <p:cNvSpPr>
            <a:spLocks noGrp="1"/>
          </p:cNvSpPr>
          <p:nvPr>
            <p:ph type="sldNum" sz="quarter" idx="5"/>
          </p:nvPr>
        </p:nvSpPr>
        <p:spPr/>
        <p:txBody>
          <a:bodyPr/>
          <a:lstStyle/>
          <a:p>
            <a:fld id="{C1E5D3AF-8840-4664-AD1C-4C6173D0449B}" type="slidenum">
              <a:rPr lang="en-US" smtClean="0"/>
              <a:t>7</a:t>
            </a:fld>
            <a:endParaRPr lang="en-US"/>
          </a:p>
        </p:txBody>
      </p:sp>
    </p:spTree>
    <p:extLst>
      <p:ext uri="{BB962C8B-B14F-4D97-AF65-F5344CB8AC3E}">
        <p14:creationId xmlns:p14="http://schemas.microsoft.com/office/powerpoint/2010/main" val="1357419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Likert Scale: Usability, Attention &amp; Distraction, Task experience, Reflective/Spiritual Experience, and comparisons to typical apps</a:t>
            </a:r>
          </a:p>
          <a:p>
            <a:r>
              <a:rPr lang="en-US" dirty="0"/>
              <a:t>Open Ended: Likes/Dislikes, design choices affecting attention, comparisons to normal smartphone usage, whether or not this app could be influential</a:t>
            </a:r>
          </a:p>
        </p:txBody>
      </p:sp>
      <p:sp>
        <p:nvSpPr>
          <p:cNvPr id="4" name="Slide Number Placeholder 3"/>
          <p:cNvSpPr>
            <a:spLocks noGrp="1"/>
          </p:cNvSpPr>
          <p:nvPr>
            <p:ph type="sldNum" sz="quarter" idx="5"/>
          </p:nvPr>
        </p:nvSpPr>
        <p:spPr/>
        <p:txBody>
          <a:bodyPr/>
          <a:lstStyle/>
          <a:p>
            <a:fld id="{C1E5D3AF-8840-4664-AD1C-4C6173D0449B}" type="slidenum">
              <a:rPr lang="en-US" smtClean="0"/>
              <a:t>8</a:t>
            </a:fld>
            <a:endParaRPr lang="en-US"/>
          </a:p>
        </p:txBody>
      </p:sp>
    </p:spTree>
    <p:extLst>
      <p:ext uri="{BB962C8B-B14F-4D97-AF65-F5344CB8AC3E}">
        <p14:creationId xmlns:p14="http://schemas.microsoft.com/office/powerpoint/2010/main" val="1277853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F26F4-7BA1-7879-D53D-B75C43680A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2386F4-31F0-5D65-9F10-E376C321E6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B77FE4-2603-3E15-C394-5FA4FB9927A5}"/>
              </a:ext>
            </a:extLst>
          </p:cNvPr>
          <p:cNvSpPr>
            <a:spLocks noGrp="1"/>
          </p:cNvSpPr>
          <p:nvPr>
            <p:ph type="dt" sz="half" idx="10"/>
          </p:nvPr>
        </p:nvSpPr>
        <p:spPr/>
        <p:txBody>
          <a:bodyPr/>
          <a:lstStyle/>
          <a:p>
            <a:fld id="{D6801E7E-0D8D-4614-B095-05885FA69409}" type="datetime1">
              <a:rPr lang="en-US" smtClean="0"/>
              <a:t>4/24/2026</a:t>
            </a:fld>
            <a:endParaRPr lang="en-US"/>
          </a:p>
        </p:txBody>
      </p:sp>
      <p:sp>
        <p:nvSpPr>
          <p:cNvPr id="5" name="Footer Placeholder 4">
            <a:extLst>
              <a:ext uri="{FF2B5EF4-FFF2-40B4-BE49-F238E27FC236}">
                <a16:creationId xmlns:a16="http://schemas.microsoft.com/office/drawing/2014/main" id="{DD7E082B-A3D7-435C-C5FA-E5ECF0F987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9CC18A-308C-599E-B2DD-272460D39CBB}"/>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43446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AEABE-6EDB-A378-E9DC-BA1F563938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6D8593-5BC8-9C6D-52B6-0B6DF6D893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E5D633-1AB0-07E1-87B3-025A50D345ED}"/>
              </a:ext>
            </a:extLst>
          </p:cNvPr>
          <p:cNvSpPr>
            <a:spLocks noGrp="1"/>
          </p:cNvSpPr>
          <p:nvPr>
            <p:ph type="dt" sz="half" idx="10"/>
          </p:nvPr>
        </p:nvSpPr>
        <p:spPr/>
        <p:txBody>
          <a:bodyPr/>
          <a:lstStyle/>
          <a:p>
            <a:fld id="{68E894C7-F6CF-4549-A4DE-96B18FA750A1}" type="datetime1">
              <a:rPr lang="en-US" smtClean="0"/>
              <a:t>4/24/2026</a:t>
            </a:fld>
            <a:endParaRPr lang="en-US"/>
          </a:p>
        </p:txBody>
      </p:sp>
      <p:sp>
        <p:nvSpPr>
          <p:cNvPr id="5" name="Footer Placeholder 4">
            <a:extLst>
              <a:ext uri="{FF2B5EF4-FFF2-40B4-BE49-F238E27FC236}">
                <a16:creationId xmlns:a16="http://schemas.microsoft.com/office/drawing/2014/main" id="{EBF1B451-F570-CE78-2171-48384BD5AB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0946DA-177C-9EF2-4561-39BBA55B7264}"/>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3173264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69A92-6784-702E-4392-C8357858EB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1748A2-89FB-6F30-FDCF-1CFA843C12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A36325-E3AF-BFCC-5B81-F8E159EA126B}"/>
              </a:ext>
            </a:extLst>
          </p:cNvPr>
          <p:cNvSpPr>
            <a:spLocks noGrp="1"/>
          </p:cNvSpPr>
          <p:nvPr>
            <p:ph type="dt" sz="half" idx="10"/>
          </p:nvPr>
        </p:nvSpPr>
        <p:spPr/>
        <p:txBody>
          <a:bodyPr/>
          <a:lstStyle/>
          <a:p>
            <a:fld id="{10280F0C-F953-4591-91F2-C32C9044ADCA}" type="datetime1">
              <a:rPr lang="en-US" smtClean="0"/>
              <a:t>4/24/2026</a:t>
            </a:fld>
            <a:endParaRPr lang="en-US"/>
          </a:p>
        </p:txBody>
      </p:sp>
      <p:sp>
        <p:nvSpPr>
          <p:cNvPr id="5" name="Footer Placeholder 4">
            <a:extLst>
              <a:ext uri="{FF2B5EF4-FFF2-40B4-BE49-F238E27FC236}">
                <a16:creationId xmlns:a16="http://schemas.microsoft.com/office/drawing/2014/main" id="{1335BF95-12A9-198E-3936-C984429D3D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E1980B-A6A2-08C2-1979-A7BB25068DAA}"/>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3686420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97EFB-83A0-15EA-4D5D-847C86CD6F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564A8E-0018-D98A-1BDA-29F5E66A750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210CE0-3A9C-7E2A-BA26-B465CA8D12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871BFC-DE9E-6B1C-2DA5-DD682DD21607}"/>
              </a:ext>
            </a:extLst>
          </p:cNvPr>
          <p:cNvSpPr>
            <a:spLocks noGrp="1"/>
          </p:cNvSpPr>
          <p:nvPr>
            <p:ph type="dt" sz="half" idx="10"/>
          </p:nvPr>
        </p:nvSpPr>
        <p:spPr/>
        <p:txBody>
          <a:bodyPr/>
          <a:lstStyle/>
          <a:p>
            <a:fld id="{BCAE5C8E-4B04-451D-A044-598BB2DE9CA3}" type="datetime1">
              <a:rPr lang="en-US" smtClean="0"/>
              <a:t>4/24/2026</a:t>
            </a:fld>
            <a:endParaRPr lang="en-US"/>
          </a:p>
        </p:txBody>
      </p:sp>
      <p:sp>
        <p:nvSpPr>
          <p:cNvPr id="6" name="Footer Placeholder 5">
            <a:extLst>
              <a:ext uri="{FF2B5EF4-FFF2-40B4-BE49-F238E27FC236}">
                <a16:creationId xmlns:a16="http://schemas.microsoft.com/office/drawing/2014/main" id="{4A31759C-656A-6269-4BDE-4C43631F65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67344B-E82A-4CFE-6A29-9B0E0CA1D220}"/>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148587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CE78A-C1AA-0166-12C8-3FA505A45C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2B33C6-7E80-BC25-D25B-E213391B6A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77236A-5D66-99FC-1ED7-595260414C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2AFE088-4E70-4B66-3B2F-DBE8DCF2CF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F9A9E7-06D2-0FD1-988C-9348700355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3193C3-F03B-1076-C30F-05501A6F105C}"/>
              </a:ext>
            </a:extLst>
          </p:cNvPr>
          <p:cNvSpPr>
            <a:spLocks noGrp="1"/>
          </p:cNvSpPr>
          <p:nvPr>
            <p:ph type="dt" sz="half" idx="10"/>
          </p:nvPr>
        </p:nvSpPr>
        <p:spPr/>
        <p:txBody>
          <a:bodyPr/>
          <a:lstStyle/>
          <a:p>
            <a:fld id="{C975C07B-D965-4675-ACB0-880A2ED9E786}" type="datetime1">
              <a:rPr lang="en-US" smtClean="0"/>
              <a:t>4/24/2026</a:t>
            </a:fld>
            <a:endParaRPr lang="en-US"/>
          </a:p>
        </p:txBody>
      </p:sp>
      <p:sp>
        <p:nvSpPr>
          <p:cNvPr id="8" name="Footer Placeholder 7">
            <a:extLst>
              <a:ext uri="{FF2B5EF4-FFF2-40B4-BE49-F238E27FC236}">
                <a16:creationId xmlns:a16="http://schemas.microsoft.com/office/drawing/2014/main" id="{B0EB984B-461B-5A34-9E85-059EECAFDA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75309D0-059C-A3ED-83BF-76DD24A041D6}"/>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2765731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94676-04E5-D17A-F9F1-4400F4D0699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828F75-FC86-F130-FC24-3B944C5D94FF}"/>
              </a:ext>
            </a:extLst>
          </p:cNvPr>
          <p:cNvSpPr>
            <a:spLocks noGrp="1"/>
          </p:cNvSpPr>
          <p:nvPr>
            <p:ph type="dt" sz="half" idx="10"/>
          </p:nvPr>
        </p:nvSpPr>
        <p:spPr/>
        <p:txBody>
          <a:bodyPr/>
          <a:lstStyle/>
          <a:p>
            <a:fld id="{B2F32F34-3944-4E24-921C-46D348800F86}" type="datetime1">
              <a:rPr lang="en-US" smtClean="0"/>
              <a:t>4/24/2026</a:t>
            </a:fld>
            <a:endParaRPr lang="en-US"/>
          </a:p>
        </p:txBody>
      </p:sp>
      <p:sp>
        <p:nvSpPr>
          <p:cNvPr id="4" name="Footer Placeholder 3">
            <a:extLst>
              <a:ext uri="{FF2B5EF4-FFF2-40B4-BE49-F238E27FC236}">
                <a16:creationId xmlns:a16="http://schemas.microsoft.com/office/drawing/2014/main" id="{3CE8D1F8-82EB-BE95-1A75-D0DEA96D9A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BC2B7E-D412-2513-2845-F1BC2CCEC95C}"/>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2431062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554634-1BD3-EA36-04B8-1D943517B377}"/>
              </a:ext>
            </a:extLst>
          </p:cNvPr>
          <p:cNvSpPr>
            <a:spLocks noGrp="1"/>
          </p:cNvSpPr>
          <p:nvPr>
            <p:ph type="dt" sz="half" idx="10"/>
          </p:nvPr>
        </p:nvSpPr>
        <p:spPr/>
        <p:txBody>
          <a:bodyPr/>
          <a:lstStyle/>
          <a:p>
            <a:fld id="{C89507C9-1720-48EC-BE9F-6C64CD9975A3}" type="datetime1">
              <a:rPr lang="en-US" smtClean="0"/>
              <a:t>4/24/2026</a:t>
            </a:fld>
            <a:endParaRPr lang="en-US"/>
          </a:p>
        </p:txBody>
      </p:sp>
      <p:sp>
        <p:nvSpPr>
          <p:cNvPr id="3" name="Footer Placeholder 2">
            <a:extLst>
              <a:ext uri="{FF2B5EF4-FFF2-40B4-BE49-F238E27FC236}">
                <a16:creationId xmlns:a16="http://schemas.microsoft.com/office/drawing/2014/main" id="{ACA8E66B-7DF0-2864-F765-72B876AC03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91FDF7-D10A-9568-CEDD-30C9F3B335E5}"/>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3733465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62EB-FAE1-E26D-569E-A5707FA488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38E05A-DC4D-DDC3-B6F5-389336C2BC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6111F0E-0AA1-5BF8-7CEF-C87913FDC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761804-DB2A-623B-9FC9-0DD973F64306}"/>
              </a:ext>
            </a:extLst>
          </p:cNvPr>
          <p:cNvSpPr>
            <a:spLocks noGrp="1"/>
          </p:cNvSpPr>
          <p:nvPr>
            <p:ph type="dt" sz="half" idx="10"/>
          </p:nvPr>
        </p:nvSpPr>
        <p:spPr/>
        <p:txBody>
          <a:bodyPr/>
          <a:lstStyle/>
          <a:p>
            <a:fld id="{76920B6F-4DEF-42E0-865E-B864353D6B29}" type="datetime1">
              <a:rPr lang="en-US" smtClean="0"/>
              <a:t>4/24/2026</a:t>
            </a:fld>
            <a:endParaRPr lang="en-US"/>
          </a:p>
        </p:txBody>
      </p:sp>
      <p:sp>
        <p:nvSpPr>
          <p:cNvPr id="6" name="Footer Placeholder 5">
            <a:extLst>
              <a:ext uri="{FF2B5EF4-FFF2-40B4-BE49-F238E27FC236}">
                <a16:creationId xmlns:a16="http://schemas.microsoft.com/office/drawing/2014/main" id="{EDEE6F21-E25C-B15C-8B57-CB7A71AD23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F57607-043D-B384-FBF2-C2794CF8B6E7}"/>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775197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6B580-C810-4F03-7BE7-DEB8B57980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109EA1-144B-E03F-A7C0-4608A087E2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0CE8DE4-BDE1-1800-045B-D886B97979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521057-7C63-65C4-3397-2C33263BE5CD}"/>
              </a:ext>
            </a:extLst>
          </p:cNvPr>
          <p:cNvSpPr>
            <a:spLocks noGrp="1"/>
          </p:cNvSpPr>
          <p:nvPr>
            <p:ph type="dt" sz="half" idx="10"/>
          </p:nvPr>
        </p:nvSpPr>
        <p:spPr/>
        <p:txBody>
          <a:bodyPr/>
          <a:lstStyle/>
          <a:p>
            <a:fld id="{3A465ED4-DE44-451D-8A29-8E459E0BFBFF}" type="datetime1">
              <a:rPr lang="en-US" smtClean="0"/>
              <a:t>4/24/2026</a:t>
            </a:fld>
            <a:endParaRPr lang="en-US"/>
          </a:p>
        </p:txBody>
      </p:sp>
      <p:sp>
        <p:nvSpPr>
          <p:cNvPr id="6" name="Footer Placeholder 5">
            <a:extLst>
              <a:ext uri="{FF2B5EF4-FFF2-40B4-BE49-F238E27FC236}">
                <a16:creationId xmlns:a16="http://schemas.microsoft.com/office/drawing/2014/main" id="{AE5AEDC8-B206-72B6-D959-FBB711760C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64C6DA-7A06-1E45-5F14-F47E77568ED9}"/>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2218859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3FAF3-1B19-7C34-BA6B-0ADE18FCE7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351186-E628-156C-4013-2BFA80D5A73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5C686C-71B3-8399-5008-B71B95695BF5}"/>
              </a:ext>
            </a:extLst>
          </p:cNvPr>
          <p:cNvSpPr>
            <a:spLocks noGrp="1"/>
          </p:cNvSpPr>
          <p:nvPr>
            <p:ph type="dt" sz="half" idx="10"/>
          </p:nvPr>
        </p:nvSpPr>
        <p:spPr/>
        <p:txBody>
          <a:bodyPr/>
          <a:lstStyle/>
          <a:p>
            <a:fld id="{20217635-E9E8-4D10-B4D6-A632EE1CF2B3}" type="datetime1">
              <a:rPr lang="en-US" smtClean="0"/>
              <a:t>4/24/2026</a:t>
            </a:fld>
            <a:endParaRPr lang="en-US"/>
          </a:p>
        </p:txBody>
      </p:sp>
      <p:sp>
        <p:nvSpPr>
          <p:cNvPr id="5" name="Footer Placeholder 4">
            <a:extLst>
              <a:ext uri="{FF2B5EF4-FFF2-40B4-BE49-F238E27FC236}">
                <a16:creationId xmlns:a16="http://schemas.microsoft.com/office/drawing/2014/main" id="{C9030A3C-1857-6DCC-C89F-A71ADAFFF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67EEAB-967C-8E0F-C1F4-26D66783CEAA}"/>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1354403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D51C43-2772-E877-162C-6F3B1A42CF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6845B6-3C1E-8FAD-B5E5-BA7E76A958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DD8E2E-12F5-C178-24BB-8844566A4A73}"/>
              </a:ext>
            </a:extLst>
          </p:cNvPr>
          <p:cNvSpPr>
            <a:spLocks noGrp="1"/>
          </p:cNvSpPr>
          <p:nvPr>
            <p:ph type="dt" sz="half" idx="10"/>
          </p:nvPr>
        </p:nvSpPr>
        <p:spPr/>
        <p:txBody>
          <a:bodyPr/>
          <a:lstStyle/>
          <a:p>
            <a:fld id="{77E4D26F-A483-43F7-9729-88F1B719874C}" type="datetime1">
              <a:rPr lang="en-US" smtClean="0"/>
              <a:t>4/24/2026</a:t>
            </a:fld>
            <a:endParaRPr lang="en-US"/>
          </a:p>
        </p:txBody>
      </p:sp>
      <p:sp>
        <p:nvSpPr>
          <p:cNvPr id="5" name="Footer Placeholder 4">
            <a:extLst>
              <a:ext uri="{FF2B5EF4-FFF2-40B4-BE49-F238E27FC236}">
                <a16:creationId xmlns:a16="http://schemas.microsoft.com/office/drawing/2014/main" id="{DB7F7698-1B66-AEEF-E5B2-A8D6D0780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62C808-A591-E8BC-929D-16757E27986B}"/>
              </a:ext>
            </a:extLst>
          </p:cNvPr>
          <p:cNvSpPr>
            <a:spLocks noGrp="1"/>
          </p:cNvSpPr>
          <p:nvPr>
            <p:ph type="sldNum" sz="quarter" idx="12"/>
          </p:nvPr>
        </p:nvSpPr>
        <p:spPr/>
        <p:txBody>
          <a:bodyPr/>
          <a:lstStyle/>
          <a:p>
            <a:fld id="{59BDD4EF-635D-4C6A-B8AE-BE6122670940}" type="slidenum">
              <a:rPr lang="en-US" smtClean="0"/>
              <a:t>‹#›</a:t>
            </a:fld>
            <a:endParaRPr lang="en-US"/>
          </a:p>
        </p:txBody>
      </p:sp>
    </p:spTree>
    <p:extLst>
      <p:ext uri="{BB962C8B-B14F-4D97-AF65-F5344CB8AC3E}">
        <p14:creationId xmlns:p14="http://schemas.microsoft.com/office/powerpoint/2010/main" val="4153630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25FC3D-7A72-9DE1-F091-626D0CA892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8CB20C-DD62-F551-D3FD-4F373D2EC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8173F-1006-2979-8086-39C8639075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D925CC-1C62-4854-9EBF-DAC923DBFD74}" type="datetime1">
              <a:rPr lang="en-US" smtClean="0"/>
              <a:t>4/24/2026</a:t>
            </a:fld>
            <a:endParaRPr lang="en-US"/>
          </a:p>
        </p:txBody>
      </p:sp>
      <p:sp>
        <p:nvSpPr>
          <p:cNvPr id="5" name="Footer Placeholder 4">
            <a:extLst>
              <a:ext uri="{FF2B5EF4-FFF2-40B4-BE49-F238E27FC236}">
                <a16:creationId xmlns:a16="http://schemas.microsoft.com/office/drawing/2014/main" id="{8A9FB868-922C-8AF6-25E4-160FA35C9D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43F81EE-63FB-88E1-40C0-4D528D793A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BDD4EF-635D-4C6A-B8AE-BE6122670940}" type="slidenum">
              <a:rPr lang="en-US" smtClean="0"/>
              <a:t>‹#›</a:t>
            </a:fld>
            <a:endParaRPr lang="en-US"/>
          </a:p>
        </p:txBody>
      </p:sp>
    </p:spTree>
    <p:extLst>
      <p:ext uri="{BB962C8B-B14F-4D97-AF65-F5344CB8AC3E}">
        <p14:creationId xmlns:p14="http://schemas.microsoft.com/office/powerpoint/2010/main" val="4369070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gif"/></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01622-56E8-5A9A-3029-1A5244D5A0DC}"/>
              </a:ext>
            </a:extLst>
          </p:cNvPr>
          <p:cNvSpPr>
            <a:spLocks noGrp="1"/>
          </p:cNvSpPr>
          <p:nvPr>
            <p:ph type="ctrTitle"/>
          </p:nvPr>
        </p:nvSpPr>
        <p:spPr/>
        <p:txBody>
          <a:bodyPr/>
          <a:lstStyle/>
          <a:p>
            <a:r>
              <a:rPr lang="en-US" dirty="0"/>
              <a:t>How Does Technology Affect our Relationship with God?</a:t>
            </a:r>
          </a:p>
        </p:txBody>
      </p:sp>
      <p:sp>
        <p:nvSpPr>
          <p:cNvPr id="3" name="Subtitle 2">
            <a:extLst>
              <a:ext uri="{FF2B5EF4-FFF2-40B4-BE49-F238E27FC236}">
                <a16:creationId xmlns:a16="http://schemas.microsoft.com/office/drawing/2014/main" id="{47875085-2B68-E72E-EF83-79DD0AAB659B}"/>
              </a:ext>
            </a:extLst>
          </p:cNvPr>
          <p:cNvSpPr>
            <a:spLocks noGrp="1"/>
          </p:cNvSpPr>
          <p:nvPr>
            <p:ph type="subTitle" idx="1"/>
          </p:nvPr>
        </p:nvSpPr>
        <p:spPr/>
        <p:txBody>
          <a:bodyPr/>
          <a:lstStyle/>
          <a:p>
            <a:r>
              <a:rPr lang="en-US" dirty="0"/>
              <a:t>Cameron Sentieri</a:t>
            </a:r>
          </a:p>
        </p:txBody>
      </p:sp>
      <p:sp>
        <p:nvSpPr>
          <p:cNvPr id="4" name="Slide Number Placeholder 3">
            <a:extLst>
              <a:ext uri="{FF2B5EF4-FFF2-40B4-BE49-F238E27FC236}">
                <a16:creationId xmlns:a16="http://schemas.microsoft.com/office/drawing/2014/main" id="{225BF471-357E-1DDE-93FD-80D871B4670B}"/>
              </a:ext>
            </a:extLst>
          </p:cNvPr>
          <p:cNvSpPr>
            <a:spLocks noGrp="1"/>
          </p:cNvSpPr>
          <p:nvPr>
            <p:ph type="sldNum" sz="quarter" idx="12"/>
          </p:nvPr>
        </p:nvSpPr>
        <p:spPr/>
        <p:txBody>
          <a:bodyPr/>
          <a:lstStyle/>
          <a:p>
            <a:fld id="{59BDD4EF-635D-4C6A-B8AE-BE6122670940}" type="slidenum">
              <a:rPr lang="en-US" smtClean="0"/>
              <a:t>1</a:t>
            </a:fld>
            <a:endParaRPr lang="en-US"/>
          </a:p>
        </p:txBody>
      </p:sp>
    </p:spTree>
    <p:extLst>
      <p:ext uri="{BB962C8B-B14F-4D97-AF65-F5344CB8AC3E}">
        <p14:creationId xmlns:p14="http://schemas.microsoft.com/office/powerpoint/2010/main" val="2441837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7768-DF9D-C5C5-FB2D-2194AE86DCA4}"/>
              </a:ext>
            </a:extLst>
          </p:cNvPr>
          <p:cNvSpPr>
            <a:spLocks noGrp="1"/>
          </p:cNvSpPr>
          <p:nvPr>
            <p:ph type="title"/>
          </p:nvPr>
        </p:nvSpPr>
        <p:spPr>
          <a:xfrm>
            <a:off x="838200" y="2766218"/>
            <a:ext cx="10515600" cy="1325563"/>
          </a:xfrm>
        </p:spPr>
        <p:txBody>
          <a:bodyPr>
            <a:normAutofit/>
          </a:bodyPr>
          <a:lstStyle/>
          <a:p>
            <a:pPr algn="ctr"/>
            <a:r>
              <a:rPr lang="en-US" sz="6000" dirty="0"/>
              <a:t>Why HCI?</a:t>
            </a:r>
          </a:p>
        </p:txBody>
      </p:sp>
      <p:sp>
        <p:nvSpPr>
          <p:cNvPr id="4" name="Slide Number Placeholder 3">
            <a:extLst>
              <a:ext uri="{FF2B5EF4-FFF2-40B4-BE49-F238E27FC236}">
                <a16:creationId xmlns:a16="http://schemas.microsoft.com/office/drawing/2014/main" id="{88AE1405-B084-35DF-312E-315BBEC2F5DE}"/>
              </a:ext>
            </a:extLst>
          </p:cNvPr>
          <p:cNvSpPr>
            <a:spLocks noGrp="1"/>
          </p:cNvSpPr>
          <p:nvPr>
            <p:ph type="sldNum" sz="quarter" idx="12"/>
          </p:nvPr>
        </p:nvSpPr>
        <p:spPr/>
        <p:txBody>
          <a:bodyPr/>
          <a:lstStyle/>
          <a:p>
            <a:fld id="{59BDD4EF-635D-4C6A-B8AE-BE6122670940}" type="slidenum">
              <a:rPr lang="en-US" smtClean="0"/>
              <a:t>2</a:t>
            </a:fld>
            <a:endParaRPr lang="en-US"/>
          </a:p>
        </p:txBody>
      </p:sp>
    </p:spTree>
    <p:extLst>
      <p:ext uri="{BB962C8B-B14F-4D97-AF65-F5344CB8AC3E}">
        <p14:creationId xmlns:p14="http://schemas.microsoft.com/office/powerpoint/2010/main" val="2605113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0FBF6-ED37-3FE7-AE5B-F4732F282872}"/>
              </a:ext>
            </a:extLst>
          </p:cNvPr>
          <p:cNvSpPr>
            <a:spLocks noGrp="1"/>
          </p:cNvSpPr>
          <p:nvPr>
            <p:ph type="title"/>
          </p:nvPr>
        </p:nvSpPr>
        <p:spPr/>
        <p:txBody>
          <a:bodyPr/>
          <a:lstStyle/>
          <a:p>
            <a:r>
              <a:rPr lang="en-US"/>
              <a:t>Human Computer Interaction in a Nutshell</a:t>
            </a:r>
            <a:endParaRPr lang="en-US" dirty="0"/>
          </a:p>
        </p:txBody>
      </p:sp>
      <p:sp>
        <p:nvSpPr>
          <p:cNvPr id="4" name="Slide Number Placeholder 3">
            <a:extLst>
              <a:ext uri="{FF2B5EF4-FFF2-40B4-BE49-F238E27FC236}">
                <a16:creationId xmlns:a16="http://schemas.microsoft.com/office/drawing/2014/main" id="{3A7CE377-AC5D-D3A2-9B84-03E7A4266AE5}"/>
              </a:ext>
            </a:extLst>
          </p:cNvPr>
          <p:cNvSpPr>
            <a:spLocks noGrp="1"/>
          </p:cNvSpPr>
          <p:nvPr>
            <p:ph type="sldNum" sz="quarter" idx="12"/>
          </p:nvPr>
        </p:nvSpPr>
        <p:spPr/>
        <p:txBody>
          <a:bodyPr/>
          <a:lstStyle/>
          <a:p>
            <a:fld id="{59BDD4EF-635D-4C6A-B8AE-BE6122670940}" type="slidenum">
              <a:rPr lang="en-US" smtClean="0"/>
              <a:t>3</a:t>
            </a:fld>
            <a:endParaRPr lang="en-US"/>
          </a:p>
        </p:txBody>
      </p:sp>
      <p:sp>
        <p:nvSpPr>
          <p:cNvPr id="9" name="Content Placeholder 8">
            <a:extLst>
              <a:ext uri="{FF2B5EF4-FFF2-40B4-BE49-F238E27FC236}">
                <a16:creationId xmlns:a16="http://schemas.microsoft.com/office/drawing/2014/main" id="{A55BAF40-5EB6-D455-777D-60DC3AF199B6}"/>
              </a:ext>
            </a:extLst>
          </p:cNvPr>
          <p:cNvSpPr>
            <a:spLocks noGrp="1"/>
          </p:cNvSpPr>
          <p:nvPr>
            <p:ph idx="1"/>
          </p:nvPr>
        </p:nvSpPr>
        <p:spPr/>
        <p:txBody>
          <a:bodyPr/>
          <a:lstStyle/>
          <a:p>
            <a:r>
              <a:rPr lang="en-US" dirty="0"/>
              <a:t>Study of how Humans and Computers interact</a:t>
            </a:r>
          </a:p>
          <a:p>
            <a:r>
              <a:rPr lang="en-US" dirty="0"/>
              <a:t>Human Centered Design</a:t>
            </a:r>
          </a:p>
        </p:txBody>
      </p:sp>
      <p:pic>
        <p:nvPicPr>
          <p:cNvPr id="1028" name="Picture 4" descr="Make me - Imgflip">
            <a:extLst>
              <a:ext uri="{FF2B5EF4-FFF2-40B4-BE49-F238E27FC236}">
                <a16:creationId xmlns:a16="http://schemas.microsoft.com/office/drawing/2014/main" id="{CFDF8FAC-A7A1-5CD3-2B47-DFC2D326F1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267" y="3093201"/>
            <a:ext cx="2763748" cy="344571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uy Pointing-GIFs | Tenor">
            <a:extLst>
              <a:ext uri="{FF2B5EF4-FFF2-40B4-BE49-F238E27FC236}">
                <a16:creationId xmlns:a16="http://schemas.microsoft.com/office/drawing/2014/main" id="{6068D9FF-FA01-66ED-4883-4A54917DF7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925" y="3093201"/>
            <a:ext cx="3591563" cy="3445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7260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FB516-8BDF-80F7-0E19-33A9D1F723A6}"/>
              </a:ext>
            </a:extLst>
          </p:cNvPr>
          <p:cNvSpPr>
            <a:spLocks noGrp="1"/>
          </p:cNvSpPr>
          <p:nvPr>
            <p:ph type="title"/>
          </p:nvPr>
        </p:nvSpPr>
        <p:spPr/>
        <p:txBody>
          <a:bodyPr/>
          <a:lstStyle/>
          <a:p>
            <a:r>
              <a:rPr lang="en-US" dirty="0"/>
              <a:t>User Interfaces</a:t>
            </a:r>
          </a:p>
        </p:txBody>
      </p:sp>
      <p:sp>
        <p:nvSpPr>
          <p:cNvPr id="3" name="Content Placeholder 2">
            <a:extLst>
              <a:ext uri="{FF2B5EF4-FFF2-40B4-BE49-F238E27FC236}">
                <a16:creationId xmlns:a16="http://schemas.microsoft.com/office/drawing/2014/main" id="{FFB63EC9-BFF1-0EC3-932E-82640402E153}"/>
              </a:ext>
            </a:extLst>
          </p:cNvPr>
          <p:cNvSpPr>
            <a:spLocks noGrp="1"/>
          </p:cNvSpPr>
          <p:nvPr>
            <p:ph idx="1"/>
          </p:nvPr>
        </p:nvSpPr>
        <p:spPr/>
        <p:txBody>
          <a:bodyPr/>
          <a:lstStyle/>
          <a:p>
            <a:r>
              <a:rPr lang="en-US" dirty="0"/>
              <a:t>“The only part of a system that is used by real people doing real tasks in real settings…research on User Interfaces is a cross-disciplinary effort with contributions from computer science, electrical engineering, design, and psychology”</a:t>
            </a:r>
          </a:p>
        </p:txBody>
      </p:sp>
      <p:sp>
        <p:nvSpPr>
          <p:cNvPr id="4" name="Slide Number Placeholder 3">
            <a:extLst>
              <a:ext uri="{FF2B5EF4-FFF2-40B4-BE49-F238E27FC236}">
                <a16:creationId xmlns:a16="http://schemas.microsoft.com/office/drawing/2014/main" id="{2B966CED-B711-4F45-CA4E-620E8510F625}"/>
              </a:ext>
            </a:extLst>
          </p:cNvPr>
          <p:cNvSpPr>
            <a:spLocks noGrp="1"/>
          </p:cNvSpPr>
          <p:nvPr>
            <p:ph type="sldNum" sz="quarter" idx="12"/>
          </p:nvPr>
        </p:nvSpPr>
        <p:spPr/>
        <p:txBody>
          <a:bodyPr/>
          <a:lstStyle/>
          <a:p>
            <a:fld id="{59BDD4EF-635D-4C6A-B8AE-BE6122670940}" type="slidenum">
              <a:rPr lang="en-US" smtClean="0"/>
              <a:t>4</a:t>
            </a:fld>
            <a:endParaRPr lang="en-US"/>
          </a:p>
        </p:txBody>
      </p:sp>
      <p:pic>
        <p:nvPicPr>
          <p:cNvPr id="6" name="Picture 5" descr="Programming data on computer monitor">
            <a:extLst>
              <a:ext uri="{FF2B5EF4-FFF2-40B4-BE49-F238E27FC236}">
                <a16:creationId xmlns:a16="http://schemas.microsoft.com/office/drawing/2014/main" id="{BC6B2997-663F-4B1C-5F87-BE8E2A96E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2129" y="3583877"/>
            <a:ext cx="3186003" cy="2908998"/>
          </a:xfrm>
          <a:prstGeom prst="rect">
            <a:avLst/>
          </a:prstGeom>
        </p:spPr>
      </p:pic>
      <p:pic>
        <p:nvPicPr>
          <p:cNvPr id="8" name="Picture 7" descr="Electronic circuit board with processor">
            <a:extLst>
              <a:ext uri="{FF2B5EF4-FFF2-40B4-BE49-F238E27FC236}">
                <a16:creationId xmlns:a16="http://schemas.microsoft.com/office/drawing/2014/main" id="{02C91E18-AFC3-A9AC-3834-C2C2792E5B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97337" y="3583877"/>
            <a:ext cx="3830705" cy="2908998"/>
          </a:xfrm>
          <a:prstGeom prst="rect">
            <a:avLst/>
          </a:prstGeom>
        </p:spPr>
      </p:pic>
      <p:pic>
        <p:nvPicPr>
          <p:cNvPr id="10" name="Picture 9" descr="Worker measuring wood">
            <a:extLst>
              <a:ext uri="{FF2B5EF4-FFF2-40B4-BE49-F238E27FC236}">
                <a16:creationId xmlns:a16="http://schemas.microsoft.com/office/drawing/2014/main" id="{DE1FAE7B-37B2-A067-0B2E-D517D49695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50690" y="3540474"/>
            <a:ext cx="4493707" cy="2995804"/>
          </a:xfrm>
          <a:prstGeom prst="rect">
            <a:avLst/>
          </a:prstGeom>
        </p:spPr>
      </p:pic>
      <p:pic>
        <p:nvPicPr>
          <p:cNvPr id="12" name="Picture 11" descr="Patient and counselor">
            <a:extLst>
              <a:ext uri="{FF2B5EF4-FFF2-40B4-BE49-F238E27FC236}">
                <a16:creationId xmlns:a16="http://schemas.microsoft.com/office/drawing/2014/main" id="{1DE7284C-0A2A-BFE0-1477-24CDF79285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23192" y="3497072"/>
            <a:ext cx="4118015" cy="2995803"/>
          </a:xfrm>
          <a:prstGeom prst="rect">
            <a:avLst/>
          </a:prstGeom>
        </p:spPr>
      </p:pic>
    </p:spTree>
    <p:extLst>
      <p:ext uri="{BB962C8B-B14F-4D97-AF65-F5344CB8AC3E}">
        <p14:creationId xmlns:p14="http://schemas.microsoft.com/office/powerpoint/2010/main" val="249848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FBDD1-C120-0509-BB4A-06F9DD4BB661}"/>
              </a:ext>
            </a:extLst>
          </p:cNvPr>
          <p:cNvSpPr>
            <a:spLocks noGrp="1"/>
          </p:cNvSpPr>
          <p:nvPr>
            <p:ph type="title"/>
          </p:nvPr>
        </p:nvSpPr>
        <p:spPr/>
        <p:txBody>
          <a:bodyPr/>
          <a:lstStyle/>
          <a:p>
            <a:r>
              <a:rPr lang="en-US" dirty="0"/>
              <a:t>Customer Smartphone Distraction (CSD)</a:t>
            </a:r>
          </a:p>
        </p:txBody>
      </p:sp>
      <p:sp>
        <p:nvSpPr>
          <p:cNvPr id="3" name="Content Placeholder 2">
            <a:extLst>
              <a:ext uri="{FF2B5EF4-FFF2-40B4-BE49-F238E27FC236}">
                <a16:creationId xmlns:a16="http://schemas.microsoft.com/office/drawing/2014/main" id="{F4842A50-B9A8-6AE7-4A31-B3E92DDF6F2E}"/>
              </a:ext>
            </a:extLst>
          </p:cNvPr>
          <p:cNvSpPr>
            <a:spLocks noGrp="1"/>
          </p:cNvSpPr>
          <p:nvPr>
            <p:ph idx="1"/>
          </p:nvPr>
        </p:nvSpPr>
        <p:spPr/>
        <p:txBody>
          <a:bodyPr/>
          <a:lstStyle/>
          <a:p>
            <a:r>
              <a:rPr lang="en-US" dirty="0"/>
              <a:t>Internet-connected smartphone competing for and compromising a user’s attentional resources that were originally directed toward another task</a:t>
            </a:r>
          </a:p>
        </p:txBody>
      </p:sp>
      <p:sp>
        <p:nvSpPr>
          <p:cNvPr id="4" name="Slide Number Placeholder 3">
            <a:extLst>
              <a:ext uri="{FF2B5EF4-FFF2-40B4-BE49-F238E27FC236}">
                <a16:creationId xmlns:a16="http://schemas.microsoft.com/office/drawing/2014/main" id="{231BF888-1B47-D318-3286-2D0C44AFA913}"/>
              </a:ext>
            </a:extLst>
          </p:cNvPr>
          <p:cNvSpPr>
            <a:spLocks noGrp="1"/>
          </p:cNvSpPr>
          <p:nvPr>
            <p:ph type="sldNum" sz="quarter" idx="12"/>
          </p:nvPr>
        </p:nvSpPr>
        <p:spPr/>
        <p:txBody>
          <a:bodyPr/>
          <a:lstStyle/>
          <a:p>
            <a:fld id="{59BDD4EF-635D-4C6A-B8AE-BE6122670940}" type="slidenum">
              <a:rPr lang="en-US" smtClean="0"/>
              <a:t>5</a:t>
            </a:fld>
            <a:endParaRPr lang="en-US"/>
          </a:p>
        </p:txBody>
      </p:sp>
      <p:pic>
        <p:nvPicPr>
          <p:cNvPr id="2054" name="Picture 6" descr="Cab drivers put passengers’ lives at risk; watch videos, reels on ...">
            <a:extLst>
              <a:ext uri="{FF2B5EF4-FFF2-40B4-BE49-F238E27FC236}">
                <a16:creationId xmlns:a16="http://schemas.microsoft.com/office/drawing/2014/main" id="{119F9DB0-6B0D-4AD1-999A-53DF97A11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003" y="3204315"/>
            <a:ext cx="5612628" cy="328856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62E0A0A1-1772-CF37-D142-26CE62AFEC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3125" y="3204315"/>
            <a:ext cx="6238875"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86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A05B5-924D-0616-159A-76D32D9E74ED}"/>
              </a:ext>
            </a:extLst>
          </p:cNvPr>
          <p:cNvSpPr>
            <a:spLocks noGrp="1"/>
          </p:cNvSpPr>
          <p:nvPr>
            <p:ph type="title"/>
          </p:nvPr>
        </p:nvSpPr>
        <p:spPr/>
        <p:txBody>
          <a:bodyPr/>
          <a:lstStyle/>
          <a:p>
            <a:r>
              <a:rPr lang="en-US" dirty="0"/>
              <a:t>Spiritual Disciplines</a:t>
            </a:r>
          </a:p>
        </p:txBody>
      </p:sp>
      <p:sp>
        <p:nvSpPr>
          <p:cNvPr id="3" name="Content Placeholder 2">
            <a:extLst>
              <a:ext uri="{FF2B5EF4-FFF2-40B4-BE49-F238E27FC236}">
                <a16:creationId xmlns:a16="http://schemas.microsoft.com/office/drawing/2014/main" id="{22044BA1-635A-1614-3967-630E2206B501}"/>
              </a:ext>
            </a:extLst>
          </p:cNvPr>
          <p:cNvSpPr>
            <a:spLocks noGrp="1"/>
          </p:cNvSpPr>
          <p:nvPr>
            <p:ph idx="1"/>
          </p:nvPr>
        </p:nvSpPr>
        <p:spPr/>
        <p:txBody>
          <a:bodyPr/>
          <a:lstStyle/>
          <a:p>
            <a:r>
              <a:rPr lang="en-US" dirty="0"/>
              <a:t>Worship</a:t>
            </a:r>
          </a:p>
          <a:p>
            <a:r>
              <a:rPr lang="en-US" dirty="0"/>
              <a:t>Prayer</a:t>
            </a:r>
          </a:p>
          <a:p>
            <a:r>
              <a:rPr lang="en-US" dirty="0"/>
              <a:t>Scripture Reading</a:t>
            </a:r>
          </a:p>
          <a:p>
            <a:r>
              <a:rPr lang="en-US" dirty="0"/>
              <a:t>Fasting</a:t>
            </a:r>
          </a:p>
        </p:txBody>
      </p:sp>
      <p:sp>
        <p:nvSpPr>
          <p:cNvPr id="4" name="Slide Number Placeholder 3">
            <a:extLst>
              <a:ext uri="{FF2B5EF4-FFF2-40B4-BE49-F238E27FC236}">
                <a16:creationId xmlns:a16="http://schemas.microsoft.com/office/drawing/2014/main" id="{C77C17DE-FAA9-129D-2890-D54760E61F53}"/>
              </a:ext>
            </a:extLst>
          </p:cNvPr>
          <p:cNvSpPr>
            <a:spLocks noGrp="1"/>
          </p:cNvSpPr>
          <p:nvPr>
            <p:ph type="sldNum" sz="quarter" idx="12"/>
          </p:nvPr>
        </p:nvSpPr>
        <p:spPr/>
        <p:txBody>
          <a:bodyPr/>
          <a:lstStyle/>
          <a:p>
            <a:fld id="{59BDD4EF-635D-4C6A-B8AE-BE6122670940}" type="slidenum">
              <a:rPr lang="en-US" smtClean="0"/>
              <a:t>6</a:t>
            </a:fld>
            <a:endParaRPr lang="en-US"/>
          </a:p>
        </p:txBody>
      </p:sp>
    </p:spTree>
    <p:extLst>
      <p:ext uri="{BB962C8B-B14F-4D97-AF65-F5344CB8AC3E}">
        <p14:creationId xmlns:p14="http://schemas.microsoft.com/office/powerpoint/2010/main" val="2805908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A95671B-3CC6-4792-9114-B74FAEA22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F4F51C-83A0-C91F-F5AE-D13FA550A20A}"/>
              </a:ext>
            </a:extLst>
          </p:cNvPr>
          <p:cNvSpPr>
            <a:spLocks noGrp="1"/>
          </p:cNvSpPr>
          <p:nvPr>
            <p:ph type="title"/>
          </p:nvPr>
        </p:nvSpPr>
        <p:spPr>
          <a:xfrm>
            <a:off x="1008184" y="174032"/>
            <a:ext cx="10175631" cy="1111843"/>
          </a:xfrm>
        </p:spPr>
        <p:txBody>
          <a:bodyPr anchor="ctr">
            <a:normAutofit/>
          </a:bodyPr>
          <a:lstStyle/>
          <a:p>
            <a:pPr algn="ctr"/>
            <a:r>
              <a:rPr lang="en-US" sz="4000"/>
              <a:t>Technology In Spiritual Disciplines</a:t>
            </a:r>
          </a:p>
        </p:txBody>
      </p:sp>
      <p:sp>
        <p:nvSpPr>
          <p:cNvPr id="3" name="Content Placeholder 2">
            <a:extLst>
              <a:ext uri="{FF2B5EF4-FFF2-40B4-BE49-F238E27FC236}">
                <a16:creationId xmlns:a16="http://schemas.microsoft.com/office/drawing/2014/main" id="{72E2EDF4-DE71-D2F1-2A23-5381A9557E65}"/>
              </a:ext>
            </a:extLst>
          </p:cNvPr>
          <p:cNvSpPr>
            <a:spLocks noGrp="1"/>
          </p:cNvSpPr>
          <p:nvPr>
            <p:ph idx="1"/>
          </p:nvPr>
        </p:nvSpPr>
        <p:spPr>
          <a:xfrm>
            <a:off x="1008184" y="1459907"/>
            <a:ext cx="10175630" cy="767904"/>
          </a:xfrm>
        </p:spPr>
        <p:txBody>
          <a:bodyPr anchor="ctr">
            <a:normAutofit/>
          </a:bodyPr>
          <a:lstStyle/>
          <a:p>
            <a:pPr algn="ctr"/>
            <a:endParaRPr lang="en-US" sz="2000"/>
          </a:p>
        </p:txBody>
      </p:sp>
      <p:pic>
        <p:nvPicPr>
          <p:cNvPr id="8" name="Picture 7">
            <a:extLst>
              <a:ext uri="{FF2B5EF4-FFF2-40B4-BE49-F238E27FC236}">
                <a16:creationId xmlns:a16="http://schemas.microsoft.com/office/drawing/2014/main" id="{1CF80929-5E75-E253-FD90-B4F4A23A9E95}"/>
              </a:ext>
            </a:extLst>
          </p:cNvPr>
          <p:cNvPicPr>
            <a:picLocks noChangeAspect="1"/>
          </p:cNvPicPr>
          <p:nvPr/>
        </p:nvPicPr>
        <p:blipFill>
          <a:blip r:embed="rId3"/>
          <a:stretch>
            <a:fillRect/>
          </a:stretch>
        </p:blipFill>
        <p:spPr>
          <a:xfrm>
            <a:off x="0" y="2401842"/>
            <a:ext cx="3979209" cy="4456158"/>
          </a:xfrm>
          <a:prstGeom prst="rect">
            <a:avLst/>
          </a:prstGeom>
        </p:spPr>
      </p:pic>
      <p:sp>
        <p:nvSpPr>
          <p:cNvPr id="4" name="Slide Number Placeholder 3">
            <a:extLst>
              <a:ext uri="{FF2B5EF4-FFF2-40B4-BE49-F238E27FC236}">
                <a16:creationId xmlns:a16="http://schemas.microsoft.com/office/drawing/2014/main" id="{3F385994-AD53-7369-2EB6-33D5B28B1C4B}"/>
              </a:ext>
            </a:extLst>
          </p:cNvPr>
          <p:cNvSpPr>
            <a:spLocks noGrp="1"/>
          </p:cNvSpPr>
          <p:nvPr>
            <p:ph type="sldNum" sz="quarter" idx="12"/>
          </p:nvPr>
        </p:nvSpPr>
        <p:spPr>
          <a:xfrm>
            <a:off x="8610600" y="6356350"/>
            <a:ext cx="2743200" cy="365125"/>
          </a:xfrm>
        </p:spPr>
        <p:txBody>
          <a:bodyPr>
            <a:normAutofit/>
          </a:bodyPr>
          <a:lstStyle/>
          <a:p>
            <a:pPr>
              <a:spcAft>
                <a:spcPts val="600"/>
              </a:spcAft>
            </a:pPr>
            <a:fld id="{59BDD4EF-635D-4C6A-B8AE-BE6122670940}" type="slidenum">
              <a:rPr lang="en-US" smtClean="0"/>
              <a:pPr>
                <a:spcAft>
                  <a:spcPts val="600"/>
                </a:spcAft>
              </a:pPr>
              <a:t>7</a:t>
            </a:fld>
            <a:endParaRPr lang="en-US"/>
          </a:p>
        </p:txBody>
      </p:sp>
      <p:pic>
        <p:nvPicPr>
          <p:cNvPr id="10" name="Picture 9">
            <a:extLst>
              <a:ext uri="{FF2B5EF4-FFF2-40B4-BE49-F238E27FC236}">
                <a16:creationId xmlns:a16="http://schemas.microsoft.com/office/drawing/2014/main" id="{F04A03EC-547B-CC4A-5A2B-8973D4323FFA}"/>
              </a:ext>
            </a:extLst>
          </p:cNvPr>
          <p:cNvPicPr>
            <a:picLocks noChangeAspect="1"/>
          </p:cNvPicPr>
          <p:nvPr/>
        </p:nvPicPr>
        <p:blipFill>
          <a:blip r:embed="rId4"/>
          <a:stretch>
            <a:fillRect/>
          </a:stretch>
        </p:blipFill>
        <p:spPr>
          <a:xfrm>
            <a:off x="3979209" y="2401842"/>
            <a:ext cx="4250391" cy="4456158"/>
          </a:xfrm>
          <a:prstGeom prst="rect">
            <a:avLst/>
          </a:prstGeom>
        </p:spPr>
      </p:pic>
      <p:pic>
        <p:nvPicPr>
          <p:cNvPr id="12" name="Picture 11">
            <a:extLst>
              <a:ext uri="{FF2B5EF4-FFF2-40B4-BE49-F238E27FC236}">
                <a16:creationId xmlns:a16="http://schemas.microsoft.com/office/drawing/2014/main" id="{B00A86FA-C0D9-35B5-1B0D-C6FBF5844693}"/>
              </a:ext>
            </a:extLst>
          </p:cNvPr>
          <p:cNvPicPr>
            <a:picLocks noChangeAspect="1"/>
          </p:cNvPicPr>
          <p:nvPr/>
        </p:nvPicPr>
        <p:blipFill>
          <a:blip r:embed="rId5"/>
          <a:stretch>
            <a:fillRect/>
          </a:stretch>
        </p:blipFill>
        <p:spPr>
          <a:xfrm>
            <a:off x="8233447" y="2401840"/>
            <a:ext cx="3955505" cy="4456157"/>
          </a:xfrm>
          <a:prstGeom prst="rect">
            <a:avLst/>
          </a:prstGeom>
        </p:spPr>
      </p:pic>
    </p:spTree>
    <p:extLst>
      <p:ext uri="{BB962C8B-B14F-4D97-AF65-F5344CB8AC3E}">
        <p14:creationId xmlns:p14="http://schemas.microsoft.com/office/powerpoint/2010/main" val="2891259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418D5-D98E-F700-C5A6-BE77EDE34651}"/>
              </a:ext>
            </a:extLst>
          </p:cNvPr>
          <p:cNvSpPr>
            <a:spLocks noGrp="1"/>
          </p:cNvSpPr>
          <p:nvPr>
            <p:ph type="title"/>
          </p:nvPr>
        </p:nvSpPr>
        <p:spPr>
          <a:xfrm>
            <a:off x="850084" y="927951"/>
            <a:ext cx="10515600" cy="1325563"/>
          </a:xfrm>
        </p:spPr>
        <p:txBody>
          <a:bodyPr>
            <a:normAutofit fontScale="90000"/>
          </a:bodyPr>
          <a:lstStyle/>
          <a:p>
            <a:r>
              <a:rPr lang="en-US" dirty="0"/>
              <a:t>Can a software application be designed to support spiritual disciplines and mitigate the distracting effects of technology on religious practice?</a:t>
            </a:r>
            <a:br>
              <a:rPr lang="en-US" dirty="0"/>
            </a:br>
            <a:endParaRPr lang="en-US" dirty="0"/>
          </a:p>
        </p:txBody>
      </p:sp>
      <p:sp>
        <p:nvSpPr>
          <p:cNvPr id="3" name="Content Placeholder 2">
            <a:extLst>
              <a:ext uri="{FF2B5EF4-FFF2-40B4-BE49-F238E27FC236}">
                <a16:creationId xmlns:a16="http://schemas.microsoft.com/office/drawing/2014/main" id="{E65A892C-1993-BE7B-363C-7BBEB667017C}"/>
              </a:ext>
            </a:extLst>
          </p:cNvPr>
          <p:cNvSpPr>
            <a:spLocks noGrp="1"/>
          </p:cNvSpPr>
          <p:nvPr>
            <p:ph idx="1"/>
          </p:nvPr>
        </p:nvSpPr>
        <p:spPr>
          <a:xfrm>
            <a:off x="762699" y="2370137"/>
            <a:ext cx="10515600" cy="4351338"/>
          </a:xfrm>
        </p:spPr>
        <p:txBody>
          <a:bodyPr>
            <a:normAutofit/>
          </a:bodyPr>
          <a:lstStyle/>
          <a:p>
            <a:r>
              <a:rPr lang="en-US" sz="2000" dirty="0"/>
              <a:t>Open the app and explore its interface freely for 30–60 seconds. After exploring, identify what you believe the main purpose or primary feature of the application is.</a:t>
            </a:r>
          </a:p>
          <a:p>
            <a:r>
              <a:rPr lang="en-US" sz="2000" dirty="0"/>
              <a:t>Start a Stillness Session using the default settings. Allow the session to run until completion.</a:t>
            </a:r>
          </a:p>
          <a:p>
            <a:r>
              <a:rPr lang="en-US" sz="2000" dirty="0"/>
              <a:t>After the Stillness Session, complete a reflection using the app’s reflection feature and submit it.</a:t>
            </a:r>
          </a:p>
          <a:p>
            <a:r>
              <a:rPr lang="en-US" sz="2000" dirty="0"/>
              <a:t>Start a new Stillness Session using Strict Mode. Once the session begins, briefly leave the application (e.g., switch apps or return to the home screen), then return to the app and observe what happens.</a:t>
            </a:r>
          </a:p>
        </p:txBody>
      </p:sp>
      <p:sp>
        <p:nvSpPr>
          <p:cNvPr id="4" name="Slide Number Placeholder 3">
            <a:extLst>
              <a:ext uri="{FF2B5EF4-FFF2-40B4-BE49-F238E27FC236}">
                <a16:creationId xmlns:a16="http://schemas.microsoft.com/office/drawing/2014/main" id="{910F1308-7C77-8671-364C-B28DA0AE45C5}"/>
              </a:ext>
            </a:extLst>
          </p:cNvPr>
          <p:cNvSpPr>
            <a:spLocks noGrp="1"/>
          </p:cNvSpPr>
          <p:nvPr>
            <p:ph type="sldNum" sz="quarter" idx="12"/>
          </p:nvPr>
        </p:nvSpPr>
        <p:spPr/>
        <p:txBody>
          <a:bodyPr/>
          <a:lstStyle/>
          <a:p>
            <a:fld id="{59BDD4EF-635D-4C6A-B8AE-BE6122670940}" type="slidenum">
              <a:rPr lang="en-US" smtClean="0"/>
              <a:t>8</a:t>
            </a:fld>
            <a:endParaRPr lang="en-US"/>
          </a:p>
        </p:txBody>
      </p:sp>
    </p:spTree>
    <p:extLst>
      <p:ext uri="{BB962C8B-B14F-4D97-AF65-F5344CB8AC3E}">
        <p14:creationId xmlns:p14="http://schemas.microsoft.com/office/powerpoint/2010/main" val="897896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39C9E-71C9-3F1D-9152-95E62FEE430C}"/>
              </a:ext>
            </a:extLst>
          </p:cNvPr>
          <p:cNvSpPr>
            <a:spLocks noGrp="1"/>
          </p:cNvSpPr>
          <p:nvPr>
            <p:ph type="title"/>
          </p:nvPr>
        </p:nvSpPr>
        <p:spPr>
          <a:xfrm>
            <a:off x="4598215" y="2766218"/>
            <a:ext cx="2995569" cy="1325563"/>
          </a:xfrm>
        </p:spPr>
        <p:txBody>
          <a:bodyPr/>
          <a:lstStyle/>
          <a:p>
            <a:r>
              <a:rPr lang="en-US" dirty="0"/>
              <a:t>Demo Time!</a:t>
            </a:r>
          </a:p>
        </p:txBody>
      </p:sp>
      <p:sp>
        <p:nvSpPr>
          <p:cNvPr id="4" name="Slide Number Placeholder 3">
            <a:extLst>
              <a:ext uri="{FF2B5EF4-FFF2-40B4-BE49-F238E27FC236}">
                <a16:creationId xmlns:a16="http://schemas.microsoft.com/office/drawing/2014/main" id="{ED01FBBD-F96A-82D5-1902-0E6C09C483C0}"/>
              </a:ext>
            </a:extLst>
          </p:cNvPr>
          <p:cNvSpPr>
            <a:spLocks noGrp="1"/>
          </p:cNvSpPr>
          <p:nvPr>
            <p:ph type="sldNum" sz="quarter" idx="12"/>
          </p:nvPr>
        </p:nvSpPr>
        <p:spPr/>
        <p:txBody>
          <a:bodyPr/>
          <a:lstStyle/>
          <a:p>
            <a:fld id="{59BDD4EF-635D-4C6A-B8AE-BE6122670940}" type="slidenum">
              <a:rPr lang="en-US" smtClean="0"/>
              <a:t>9</a:t>
            </a:fld>
            <a:endParaRPr lang="en-US"/>
          </a:p>
        </p:txBody>
      </p:sp>
    </p:spTree>
    <p:extLst>
      <p:ext uri="{BB962C8B-B14F-4D97-AF65-F5344CB8AC3E}">
        <p14:creationId xmlns:p14="http://schemas.microsoft.com/office/powerpoint/2010/main" val="3296051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40D7-DAE2-FEDB-FA1D-7049FB5F2EFD}"/>
              </a:ext>
            </a:extLst>
          </p:cNvPr>
          <p:cNvSpPr>
            <a:spLocks noGrp="1"/>
          </p:cNvSpPr>
          <p:nvPr>
            <p:ph type="title"/>
          </p:nvPr>
        </p:nvSpPr>
        <p:spPr>
          <a:xfrm>
            <a:off x="3750927" y="2766218"/>
            <a:ext cx="4690145" cy="1325563"/>
          </a:xfrm>
        </p:spPr>
        <p:txBody>
          <a:bodyPr/>
          <a:lstStyle/>
          <a:p>
            <a:r>
              <a:rPr lang="en-US" dirty="0"/>
              <a:t>Thanks! Questions?</a:t>
            </a:r>
          </a:p>
        </p:txBody>
      </p:sp>
      <p:sp>
        <p:nvSpPr>
          <p:cNvPr id="4" name="Slide Number Placeholder 3">
            <a:extLst>
              <a:ext uri="{FF2B5EF4-FFF2-40B4-BE49-F238E27FC236}">
                <a16:creationId xmlns:a16="http://schemas.microsoft.com/office/drawing/2014/main" id="{75A9628D-C94E-749C-EF8A-18E8A8E849F4}"/>
              </a:ext>
            </a:extLst>
          </p:cNvPr>
          <p:cNvSpPr>
            <a:spLocks noGrp="1"/>
          </p:cNvSpPr>
          <p:nvPr>
            <p:ph type="sldNum" sz="quarter" idx="12"/>
          </p:nvPr>
        </p:nvSpPr>
        <p:spPr/>
        <p:txBody>
          <a:bodyPr/>
          <a:lstStyle/>
          <a:p>
            <a:fld id="{59BDD4EF-635D-4C6A-B8AE-BE6122670940}" type="slidenum">
              <a:rPr lang="en-US" smtClean="0"/>
              <a:t>10</a:t>
            </a:fld>
            <a:endParaRPr lang="en-US"/>
          </a:p>
        </p:txBody>
      </p:sp>
    </p:spTree>
    <p:extLst>
      <p:ext uri="{BB962C8B-B14F-4D97-AF65-F5344CB8AC3E}">
        <p14:creationId xmlns:p14="http://schemas.microsoft.com/office/powerpoint/2010/main" val="1183752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8083</TotalTime>
  <Words>426</Words>
  <Application>Microsoft Office PowerPoint</Application>
  <PresentationFormat>Widescreen</PresentationFormat>
  <Paragraphs>50</Paragraphs>
  <Slides>10</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How Does Technology Affect our Relationship with God?</vt:lpstr>
      <vt:lpstr>Why HCI?</vt:lpstr>
      <vt:lpstr>Human Computer Interaction in a Nutshell</vt:lpstr>
      <vt:lpstr>User Interfaces</vt:lpstr>
      <vt:lpstr>Customer Smartphone Distraction (CSD)</vt:lpstr>
      <vt:lpstr>Spiritual Disciplines</vt:lpstr>
      <vt:lpstr>Technology In Spiritual Disciplines</vt:lpstr>
      <vt:lpstr>Can a software application be designed to support spiritual disciplines and mitigate the distracting effects of technology on religious practice? </vt:lpstr>
      <vt:lpstr>Demo Time!</vt:lpstr>
      <vt:lpstr>Thanks!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Cameron Sentieri</dc:creator>
  <cp:lastModifiedBy>Cameron Sentieri</cp:lastModifiedBy>
  <cp:revision>1</cp:revision>
  <dcterms:created xsi:type="dcterms:W3CDTF">2026-04-23T19:17:28Z</dcterms:created>
  <dcterms:modified xsi:type="dcterms:W3CDTF">2026-04-29T21:39:25Z</dcterms:modified>
</cp:coreProperties>
</file>